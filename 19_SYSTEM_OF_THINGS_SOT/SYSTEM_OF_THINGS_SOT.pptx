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BOSTON_GOV_D8 | Category: GOVERNMENT</a:t>
            </a:r>
          </a:p>
          <a:p>
            <a:r>
              <a:rPr sz="1400"/>
              <a:t>Upstream: https://github.com/cityofboston/boston.gov-d8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BOSTON_GOV_D8.</a:t>
            </a:r>
          </a:p>
          <a:p>
            <a:r>
              <a:rPr sz="1400"/>
              <a:t>City of Boston open-source website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BOSTON_GOV_D8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