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https://github.com/cityofboston/boston.gov-d8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anticloud-boston-gov-d8</a:t>
            </a:r>
          </a:p>
          <a:p>
            <a:r>
              <a:rPr sz="1400"/>
              <a:t>anticloud-boston-gov-d8 --offline --pax-local</a:t>
            </a:r>
          </a:p>
          <a:p>
            <a:r>
              <a:rPr sz="1400"/>
              <a:t>anticloud-boston-gov-d8 --aioss-log ./ledger.jsonl</a:t>
            </a:r>
          </a:p>
          <a:p>
            <a:r>
              <a:rPr sz="1400"/>
              <a:t>./boston_gov_d8 --config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